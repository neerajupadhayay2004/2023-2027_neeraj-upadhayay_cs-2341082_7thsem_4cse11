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3A446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pic>
        <p:nvPicPr>
          <p:cNvPr id="5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58368"/>
            <a:ext cx="2560320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Summer Internship Report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Internship at Alfido Tech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Reconnaissance • Web Application Security • Packet Analysis • Incident Response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434340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526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06240" y="45262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49286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206240" y="4928616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CS-2341082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53309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&amp; Semester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206240" y="533095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(Cybersecurity) — 7th Semester, Section 4CSE11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5733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206240" y="57332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Alfido Tech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Alfido Tech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373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Alfido Tech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technology-driven organization offering industry-focused internships, real-world project exposure, and IT services to help students become skill-ready.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Tracks Offered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566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4114800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572000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480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Data Science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5029200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937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199339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guidance from an industry mentor throughout the internship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30175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154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Task-Based Learning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354787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hands-on assignments across each domain module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5720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709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Certification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510235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letter, weekly report cards, evaluation &amp; completion certificate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Alfido Tech Internship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May – 10 June 2026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Akash Dubey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2240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1540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/ Task-Based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06840" y="22402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46304" cy="146304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11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strong foundation in practical cybersecurity operations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46304" cy="146304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69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network reconnaissance &amp; vulnerability assessment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46304" cy="146304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26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web applications for common vulnerabilities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46304" cy="146304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983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live network traffic and detect anomalies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46304" cy="146304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440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incident response like a SOC analyst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Alfido Tech Internship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networks and web applications face a wide range of evolving cyber threats, and organizations often lack sufficient hands-on practice to detect and respond to them quickly.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41B45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2377440"/>
            <a:ext cx="731520" cy="7315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6" name="Text 4"/>
          <p:cNvSpPr/>
          <p:nvPr/>
        </p:nvSpPr>
        <p:spPr>
          <a:xfrm>
            <a:off x="1490472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scanning to discover live hosts, services &amp; OS fingerprints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41B45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2377440"/>
            <a:ext cx="731520" cy="7315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11" name="Text 9"/>
          <p:cNvSpPr/>
          <p:nvPr/>
        </p:nvSpPr>
        <p:spPr>
          <a:xfrm>
            <a:off x="4279392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044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Exploitation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384048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&amp; SQL Injection attacks against poorly secured web applications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41B45"/>
          </a:solidFill>
          <a:ln/>
        </p:spPr>
      </p:sp>
      <p:sp>
        <p:nvSpPr>
          <p:cNvPr id="15" name="Shape 13"/>
          <p:cNvSpPr/>
          <p:nvPr/>
        </p:nvSpPr>
        <p:spPr>
          <a:xfrm>
            <a:off x="7068312" y="2377440"/>
            <a:ext cx="731520" cy="7315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16" name="Text 14"/>
          <p:cNvSpPr/>
          <p:nvPr/>
        </p:nvSpPr>
        <p:spPr>
          <a:xfrm>
            <a:off x="7068312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Interception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384048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or suspicious network traffic going undetected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41B45"/>
          </a:solidFill>
          <a:ln/>
        </p:spPr>
      </p:sp>
      <p:sp>
        <p:nvSpPr>
          <p:cNvPr id="20" name="Shape 18"/>
          <p:cNvSpPr/>
          <p:nvPr/>
        </p:nvSpPr>
        <p:spPr>
          <a:xfrm>
            <a:off x="9857232" y="2377440"/>
            <a:ext cx="731520" cy="7315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1" name="Text 19"/>
          <p:cNvSpPr/>
          <p:nvPr/>
        </p:nvSpPr>
        <p:spPr>
          <a:xfrm>
            <a:off x="9857232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9828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98280" y="384048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attacks — credential compromise, malware, persistence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Alfido Tech Internship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Done — Four Structured Tasks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2240280"/>
            <a:ext cx="97840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1828800"/>
            <a:ext cx="822960" cy="8229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 &amp; Vulnerability Scanning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Nmap, arp-scan, Nikto on BlackArch Linux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77640" y="1828800"/>
            <a:ext cx="822960" cy="8229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0" y="288036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337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Security Testing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42519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+ Burp Suite — XSS &amp; SQL Injection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1828800"/>
            <a:ext cx="822960" cy="8229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26480" y="288036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337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Packet Analysis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42519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— HTTP, DNS, TCP handshake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81160" y="1828800"/>
            <a:ext cx="822960" cy="8229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778240" y="288036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0" y="3337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Simulation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869680" y="42519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analysis, IOCs &amp; containment actions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were completed in a safe, authorized lab environment using BlackArch Linux, following ethical testing practices.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Alfido Tech Internship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013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BlackArch Linux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3A446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8013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377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arp-scan · Nikto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8013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Security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66760" y="2377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· Burp Suite · Apache · MariaDB · PHP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3A446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50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Analysis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· curl · dig · nslookup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3749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950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4526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· netstat · iptables · base64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749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3A4468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3950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45262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· Pandoc · MS Word · Git/GitHub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Alfido Tech Internship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Modules — What Each Task Delivered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A1B2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 &amp; Vulnerability Scanning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live hosts, open ports &amp; services; identified an exposed DNS service (dnsmasq 2.51) and OS fingerprint via Nmap + arp-scan.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A1B2F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6916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Security Testing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Exploited &amp; documented Reflected XSS, Stored XSS and SQL Injection on DVWA; intercepted requests using Burp Suite.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A1B2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1148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Packet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&amp; analyzed HTTP, DNS and TCP handshake traffic; flagged retransmissions and malformed packets in Wireshark.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A1B2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41148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Simulation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8006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a brute-force + malware scenario, extracted IOCs, and performed containment via iptables &amp; process termination.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Alfido Tech Internship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BEAE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Configuring BlackArch Linux with Apache, MariaDB &amp; PHP for DVWA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8986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Isolating relevant packets from heavy Wireshark capture noise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55701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Reconstructing an accurate attack timeline from raw logs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21538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Staying within strict ethical/authorized testing boundaries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E9F0F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91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Were Resolved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Debugged service/config errors step-by-step using official docs &amp; logs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8986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Applied targeted display filters (http, dns, tcp.flags.syn==1)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55701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Cross-referenced log entries chronologically with grep queries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421538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Restricted all testing to local/lab network under mentor guidance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Alfido Tech Internship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internship evaluation by Alfido Tech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41B45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9202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41B45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148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A+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434840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Grade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41B45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148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046720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Grade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assigned tasks were completed successfully within the internship duration, each supported by a dedicated technical report with command outputs and screenshots.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"Strong professionalism, problem-solving ability, communication skills and overall excellent performance" — Supervisor Evaluation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Alfido Tech Internship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48132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with core offensive &amp; defensive cybersecurity tools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03720" y="148132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understanding of the VAPT (Vulnerability Assessment &amp; Penetration Testing) lifecycle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9864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identify and ethically test common web application vulnerabilities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289864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 reading and interpreting network traffic at the packet level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31596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the SOC incident-response lifecycle end-to-end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389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431596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technical documentation &amp; professional reporting skills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Alfido Tech Internship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149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one-month Cybersecurity internship at Alfido Tech provided valuable, hands-on exposure to network reconnaissance, web application security, traffic analysis, and incident response. Working through structured, task-based assignments under the mentorship of Mr. Akash Dubey helped translate classroom concepts into applied, real-world skills using industry-standard tools such as Nmap, Burp Suite, DVWA, and Wireshark.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experience strengthened both technical competence and professional skills — analytical thinking, documentation, and ethical responsibility — building a strong foundation for a career in cybersecurity.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Alfido Tech Internship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943600" cy="59436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4937760" y="6400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4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58952"/>
            <a:ext cx="2103120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Upadhayay  |  CS-2341082  |  B.Tech CSE (Cybersecurity), 7th Sem, 4CSE11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•  Internship at Alfido Tech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2026-08-08T15:45:51Z</dcterms:created>
  <dcterms:modified xsi:type="dcterms:W3CDTF">2026-08-08T15:45:51Z</dcterms:modified>
</cp:coreProperties>
</file>